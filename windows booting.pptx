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83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02" autoAdjust="0"/>
  </p:normalViewPr>
  <p:slideViewPr>
    <p:cSldViewPr>
      <p:cViewPr varScale="1">
        <p:scale>
          <a:sx n="84" d="100"/>
          <a:sy n="84" d="100"/>
        </p:scale>
        <p:origin x="62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0672" y="-42698"/>
            <a:ext cx="9070655" cy="8978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0755" y="2631261"/>
            <a:ext cx="8910320" cy="15271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50368" y="6443841"/>
            <a:ext cx="4584221" cy="2702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32254" y="6443841"/>
            <a:ext cx="1134291" cy="2702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87001"/>
            <a:ext cx="12192000" cy="2786971"/>
          </a:xfrm>
          <a:custGeom>
            <a:avLst/>
            <a:gdLst/>
            <a:ahLst/>
            <a:cxnLst/>
            <a:rect l="l" t="t" r="r" b="b"/>
            <a:pathLst>
              <a:path w="12192000" h="2533650">
                <a:moveTo>
                  <a:pt x="12191999" y="2533612"/>
                </a:moveTo>
                <a:lnTo>
                  <a:pt x="0" y="2533612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533612"/>
                </a:lnTo>
                <a:close/>
              </a:path>
            </a:pathLst>
          </a:custGeom>
          <a:solidFill>
            <a:srgbClr val="345D7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239000" y="4051367"/>
            <a:ext cx="4494224" cy="1804404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44"/>
              </a:spcBef>
            </a:pPr>
            <a:r>
              <a:rPr sz="1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1800" b="1" spc="-6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IN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44"/>
              </a:spcBef>
            </a:pPr>
            <a:endParaRPr lang="en-IN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2700" marR="673735">
              <a:lnSpc>
                <a:spcPct val="115599"/>
              </a:lnSpc>
              <a:spcBef>
                <a:spcPts val="100"/>
              </a:spcBef>
            </a:pPr>
            <a:r>
              <a:rPr lang="en-IN" b="1" dirty="0">
                <a:latin typeface="Times New Roman"/>
                <a:cs typeface="Times New Roman"/>
              </a:rPr>
              <a:t>Rakshith AB</a:t>
            </a: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member</a:t>
            </a:r>
            <a:r>
              <a:rPr lang="en-US" sz="2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name3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USN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lang="en-US"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member</a:t>
            </a:r>
            <a:r>
              <a:rPr lang="en-US" sz="2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name4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USN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3426" y="280299"/>
            <a:ext cx="10505167" cy="2314736"/>
          </a:xfrm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05"/>
              </a:spcBef>
              <a:tabLst>
                <a:tab pos="3904615" algn="l"/>
              </a:tabLst>
            </a:pPr>
            <a:endParaRPr lang="en-IN"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endParaRPr lang="en-US" sz="3600" b="1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endParaRPr lang="en-US" sz="3600" b="1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WINDOWS BOOTING PROCESS</a:t>
            </a:r>
            <a:endParaRPr lang="en-US"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99399" y="304800"/>
            <a:ext cx="9070655" cy="735634"/>
          </a:xfrm>
          <a:prstGeom prst="rect">
            <a:avLst/>
          </a:prstGeom>
        </p:spPr>
        <p:txBody>
          <a:bodyPr vert="horz" wrap="square" lIns="0" tIns="179880" rIns="0" bIns="0" rtlCol="0">
            <a:spAutoFit/>
          </a:bodyPr>
          <a:lstStyle/>
          <a:p>
            <a:pPr marL="1676400">
              <a:lnSpc>
                <a:spcPct val="100000"/>
              </a:lnSpc>
              <a:spcBef>
                <a:spcPts val="100"/>
              </a:spcBef>
            </a:pPr>
            <a:r>
              <a:rPr lang="en-IN" sz="3600" dirty="0">
                <a:solidFill>
                  <a:srgbClr val="548BB7"/>
                </a:solidFill>
                <a:latin typeface="Times New Roman"/>
                <a:cs typeface="Times New Roman"/>
              </a:rPr>
              <a:t>Power on and firmware Initialization </a:t>
            </a:r>
            <a:endParaRPr lang="en-IN"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1676400"/>
            <a:ext cx="10147935" cy="23980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When the system is powered on, the BIOS firmware starts executing and performs POST to verify hardware components such as CPU, RAM, and storage devices.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The firmware initializes system hardware and determines the configured boot order.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It searches for a bootable device that contains a valid Windows installation.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Once found, control is passed to the Windows Boot Manager.</a:t>
            </a:r>
          </a:p>
          <a:p>
            <a:pPr marL="113665" indent="-229235">
              <a:buChar char="•"/>
            </a:pPr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09600" y="152400"/>
            <a:ext cx="9070655" cy="897892"/>
          </a:xfrm>
          <a:prstGeom prst="rect">
            <a:avLst/>
          </a:prstGeom>
        </p:spPr>
        <p:txBody>
          <a:bodyPr vert="horz" wrap="square" lIns="0" tIns="191603" rIns="0" bIns="0" rtlCol="0">
            <a:spAutoFit/>
          </a:bodyPr>
          <a:lstStyle/>
          <a:p>
            <a:pPr marL="3192145">
              <a:lnSpc>
                <a:spcPct val="100000"/>
              </a:lnSpc>
              <a:spcBef>
                <a:spcPts val="100"/>
              </a:spcBef>
            </a:pPr>
            <a:r>
              <a:rPr lang="en-IN" sz="4400" spc="-10" dirty="0">
                <a:solidFill>
                  <a:srgbClr val="548BB7"/>
                </a:solidFill>
                <a:latin typeface="Times New Roman"/>
                <a:cs typeface="Times New Roman"/>
              </a:rPr>
              <a:t>Windows Boot Manager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9151" y="1676400"/>
            <a:ext cx="10513695" cy="2398734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Font typeface="Arial MT"/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The Windows Boot Manager is responsible for controlling the startup process of Windows operating systems.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It reads the Boot Configuration Data (BCD) file to determine boot settings and available OS entries.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The Boot Manager allows selection of the operating system if multiple versions are installed.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It then loads the Windows OS Loader into memory.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0" y="228600"/>
            <a:ext cx="809573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7695" algn="l"/>
              </a:tabLst>
            </a:pPr>
            <a:r>
              <a:rPr lang="en-IN" sz="4400" b="1" spc="-10" dirty="0">
                <a:solidFill>
                  <a:srgbClr val="548BB7"/>
                </a:solidFill>
                <a:latin typeface="Times New Roman"/>
                <a:cs typeface="Times New Roman"/>
              </a:rPr>
              <a:t>Windows Kernel Initialization 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676400"/>
            <a:ext cx="9653180" cy="1828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Font typeface="Arial MT"/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The Windows OS Loader loads the Windows kernel ntoskrnl.exe into memory.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The Hardware Abstraction Layer is initialized to allow hardware-independent operation.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Essential system drivers required for startup are loaded during this phase.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Core Windows services begin execution to prepare the system environment.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60672" y="-42698"/>
            <a:ext cx="9070655" cy="843369"/>
          </a:xfrm>
          <a:prstGeom prst="rect">
            <a:avLst/>
          </a:prstGeom>
        </p:spPr>
        <p:txBody>
          <a:bodyPr vert="horz" wrap="square" lIns="0" tIns="164653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877695" algn="l"/>
              </a:tabLst>
            </a:pPr>
            <a:r>
              <a:rPr lang="en-IN" sz="4400" spc="-10" dirty="0">
                <a:solidFill>
                  <a:srgbClr val="548BB7"/>
                </a:solidFill>
                <a:latin typeface="Times New Roman"/>
                <a:cs typeface="Times New Roman"/>
              </a:rPr>
              <a:t>		</a:t>
            </a:r>
            <a:r>
              <a:rPr sz="4400" spc="-10" dirty="0">
                <a:solidFill>
                  <a:srgbClr val="548BB7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1120" y="1613825"/>
            <a:ext cx="10665079" cy="11926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193675">
              <a:lnSpc>
                <a:spcPts val="2300"/>
              </a:lnSpc>
              <a:spcBef>
                <a:spcPts val="10"/>
              </a:spcBef>
              <a:buSzPct val="50000"/>
              <a:tabLst>
                <a:tab pos="24130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The Windows booting process follows a structured and secure sequence starting from firmware initialization to user login. Each stage ensures that hardware, system drivers, and core services are properly loaded before allowing user interaction. A secure boot sequence helps prevent unauthorized modifications at the system level.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592</TotalTime>
  <Words>256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 MT</vt:lpstr>
      <vt:lpstr>Calibri</vt:lpstr>
      <vt:lpstr>Cambria</vt:lpstr>
      <vt:lpstr>Times New Roman</vt:lpstr>
      <vt:lpstr>Office Theme</vt:lpstr>
      <vt:lpstr>PowerPoint Presentation</vt:lpstr>
      <vt:lpstr>Power on and firmware Initialization </vt:lpstr>
      <vt:lpstr>Windows Boot Manager</vt:lpstr>
      <vt:lpstr>PowerPoint Presentation</vt:lpstr>
      <vt:lpstr> 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 Template - Phase II.pptx</dc:title>
  <dc:creator>Rakshith</dc:creator>
  <cp:lastModifiedBy>Rakshit Ab</cp:lastModifiedBy>
  <cp:revision>36</cp:revision>
  <dcterms:created xsi:type="dcterms:W3CDTF">2025-10-22T14:46:34Z</dcterms:created>
  <dcterms:modified xsi:type="dcterms:W3CDTF">2026-02-12T09:17:21Z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2025-10-22T00:00:00Z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2025-10-22T00:00:00Z</vt:filetime>
  </property>
</Properties>
</file>