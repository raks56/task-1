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02" autoAdjust="0"/>
  </p:normalViewPr>
  <p:slideViewPr>
    <p:cSldViewPr>
      <p:cViewPr varScale="1">
        <p:scale>
          <a:sx n="84" d="100"/>
          <a:sy n="84" d="100"/>
        </p:scale>
        <p:origin x="629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0672" y="-42698"/>
            <a:ext cx="9070655" cy="8978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755" y="2631261"/>
            <a:ext cx="8910320" cy="1527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50368" y="6443841"/>
            <a:ext cx="458422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254" y="6443841"/>
            <a:ext cx="113429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87001"/>
            <a:ext cx="12192000" cy="2786971"/>
          </a:xfrm>
          <a:custGeom>
            <a:avLst/>
            <a:gdLst/>
            <a:ahLst/>
            <a:cxnLst/>
            <a:rect l="l" t="t" r="r" b="b"/>
            <a:pathLst>
              <a:path w="12192000" h="2533650">
                <a:moveTo>
                  <a:pt x="12191999" y="2533612"/>
                </a:moveTo>
                <a:lnTo>
                  <a:pt x="0" y="2533612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533612"/>
                </a:lnTo>
                <a:close/>
              </a:path>
            </a:pathLst>
          </a:custGeom>
          <a:solidFill>
            <a:srgbClr val="345D7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39000" y="4051367"/>
            <a:ext cx="4494224" cy="1804404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44"/>
              </a:spcBef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44"/>
              </a:spcBef>
            </a:pP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marR="673735">
              <a:lnSpc>
                <a:spcPct val="115599"/>
              </a:lnSpc>
              <a:spcBef>
                <a:spcPts val="100"/>
              </a:spcBef>
            </a:pPr>
            <a:r>
              <a:rPr lang="en-IN" b="1" dirty="0">
                <a:latin typeface="Times New Roman"/>
                <a:cs typeface="Times New Roman"/>
              </a:rPr>
              <a:t>Rakshith AB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name3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lang="en-US"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name4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426" y="280299"/>
            <a:ext cx="10505167" cy="2314736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5"/>
              </a:spcBef>
              <a:tabLst>
                <a:tab pos="3904615" algn="l"/>
              </a:tabLst>
            </a:pPr>
            <a:endParaRPr lang="en-IN"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Operating System</a:t>
            </a:r>
            <a:endParaRPr lang="en-US"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9399" y="304800"/>
            <a:ext cx="9070655" cy="735634"/>
          </a:xfrm>
          <a:prstGeom prst="rect">
            <a:avLst/>
          </a:prstGeom>
        </p:spPr>
        <p:txBody>
          <a:bodyPr vert="horz" wrap="square" lIns="0" tIns="179880" rIns="0" bIns="0" rtlCol="0">
            <a:spAutoFit/>
          </a:bodyPr>
          <a:lstStyle/>
          <a:p>
            <a:pPr marL="1676400">
              <a:lnSpc>
                <a:spcPct val="100000"/>
              </a:lnSpc>
              <a:spcBef>
                <a:spcPts val="100"/>
              </a:spcBef>
            </a:pPr>
            <a:r>
              <a:rPr lang="en-IN" sz="3600" dirty="0">
                <a:solidFill>
                  <a:srgbClr val="548BB7"/>
                </a:solidFill>
                <a:latin typeface="Times New Roman"/>
                <a:cs typeface="Times New Roman"/>
              </a:rPr>
              <a:t>			Overview </a:t>
            </a:r>
            <a:endParaRPr lang="en-IN"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676400"/>
            <a:ext cx="10147935" cy="21416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An Operating System (OS) is system software that manages computer hardware and software resources and provides services to users and applications.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It acts as an interface between the user and the hardware, enabling interaction with the system.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The OS handles tasks such as process management, memory management, file systems, and device control.</a:t>
            </a:r>
          </a:p>
          <a:p>
            <a:pPr marL="113665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0600" y="0"/>
            <a:ext cx="9070655" cy="897892"/>
          </a:xfrm>
          <a:prstGeom prst="rect">
            <a:avLst/>
          </a:prstGeom>
        </p:spPr>
        <p:txBody>
          <a:bodyPr vert="horz" wrap="square" lIns="0" tIns="191603" rIns="0" bIns="0" rtlCol="0">
            <a:spAutoFit/>
          </a:bodyPr>
          <a:lstStyle/>
          <a:p>
            <a:pPr marL="3192145">
              <a:lnSpc>
                <a:spcPct val="100000"/>
              </a:lnSpc>
              <a:spcBef>
                <a:spcPts val="100"/>
              </a:spcBef>
            </a:pPr>
            <a:r>
              <a:rPr lang="en-IN"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Types of OS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9151" y="1676400"/>
            <a:ext cx="10513695" cy="3706784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Single-User Operating System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Designed to support one user at a time, commonly used in personal computers (e.g., Windows, macOS).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Multi-User Operating System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Allows multiple users to access system resources simultaneously, often used in servers (e.g., Linux, UNIX).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Multitasking Operating System</a:t>
            </a:r>
            <a:b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Enables execution of multiple programs at the same time by sharing CPU resources efficiently.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Tx/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Real-Time Operating System (RTOS)</a:t>
            </a:r>
            <a:b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Processes data within strict time constraints, commonly used in embedded systems and industrial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400" y="76200"/>
            <a:ext cx="649732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695" algn="l"/>
              </a:tabLst>
            </a:pPr>
            <a:r>
              <a:rPr lang="en-IN" sz="4400" b="1" spc="-10" dirty="0">
                <a:solidFill>
                  <a:srgbClr val="548BB7"/>
                </a:solidFill>
                <a:latin typeface="Times New Roman"/>
                <a:cs typeface="Times New Roman"/>
              </a:rPr>
              <a:t>	Categories of OS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676400"/>
            <a:ext cx="9653180" cy="311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Desktop Operating Systems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Designed for personal computers and laptops, focusing on user interaction and productivity.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Server Operating Systems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Optimized to manage network resources, services, and multiple users efficiently.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Mobile Operating Systems</a:t>
            </a:r>
            <a:b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Designed for smartphones and tablets with touch interfaces and power efficiency.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Embedded Operating Systems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Used in dedicated systems like routers, smart devices, and IoT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</TotalTime>
  <Words>252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 MT</vt:lpstr>
      <vt:lpstr>Calibri</vt:lpstr>
      <vt:lpstr>Cambria</vt:lpstr>
      <vt:lpstr>Times New Roman</vt:lpstr>
      <vt:lpstr>Office Theme</vt:lpstr>
      <vt:lpstr>PowerPoint Presentation</vt:lpstr>
      <vt:lpstr>   Overview </vt:lpstr>
      <vt:lpstr>Types of OS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Template - Phase II.pptx</dc:title>
  <dc:creator>Rakshith</dc:creator>
  <cp:lastModifiedBy>Rakshit Ab</cp:lastModifiedBy>
  <cp:revision>38</cp:revision>
  <dcterms:created xsi:type="dcterms:W3CDTF">2025-10-22T14:46:34Z</dcterms:created>
  <dcterms:modified xsi:type="dcterms:W3CDTF">2026-02-13T10:32:09Z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2025-10-22T00:00:00Z</vt:filetime>
  </property>
</Properties>
</file>