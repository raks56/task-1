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84" d="100"/>
          <a:sy n="84" d="100"/>
        </p:scale>
        <p:origin x="629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60672" y="-42698"/>
            <a:ext cx="9070655" cy="897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0755" y="2631261"/>
            <a:ext cx="8910320" cy="15271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50368" y="6443841"/>
            <a:ext cx="458422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729615">
              <a:lnSpc>
                <a:spcPct val="100000"/>
              </a:lnSpc>
              <a:spcBef>
                <a:spcPts val="45"/>
              </a:spcBef>
            </a:pPr>
            <a:r>
              <a:rPr spc="70" dirty="0"/>
              <a:t>DEPARTMENT</a:t>
            </a:r>
            <a:r>
              <a:rPr spc="114" dirty="0"/>
              <a:t> </a:t>
            </a:r>
            <a:r>
              <a:rPr spc="100" dirty="0"/>
              <a:t>OF</a:t>
            </a:r>
            <a:r>
              <a:rPr spc="120" dirty="0"/>
              <a:t> </a:t>
            </a:r>
            <a:r>
              <a:rPr spc="65" dirty="0"/>
              <a:t>INFORMATION</a:t>
            </a:r>
            <a:r>
              <a:rPr spc="114" dirty="0"/>
              <a:t> </a:t>
            </a:r>
            <a:r>
              <a:rPr spc="110" dirty="0"/>
              <a:t>SCIENCE</a:t>
            </a:r>
            <a:r>
              <a:rPr spc="120" dirty="0"/>
              <a:t> </a:t>
            </a:r>
            <a:r>
              <a:rPr spc="55" dirty="0"/>
              <a:t>&amp;</a:t>
            </a:r>
            <a:r>
              <a:rPr spc="120" dirty="0"/>
              <a:t> </a:t>
            </a:r>
            <a:r>
              <a:rPr spc="7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32254" y="6443841"/>
            <a:ext cx="1134291" cy="2702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50" dirty="0"/>
              <a:t>10/16/2025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87001"/>
            <a:ext cx="12192000" cy="2786971"/>
          </a:xfrm>
          <a:custGeom>
            <a:avLst/>
            <a:gdLst/>
            <a:ahLst/>
            <a:cxnLst/>
            <a:rect l="l" t="t" r="r" b="b"/>
            <a:pathLst>
              <a:path w="12192000" h="2533650">
                <a:moveTo>
                  <a:pt x="12191999" y="2533612"/>
                </a:moveTo>
                <a:lnTo>
                  <a:pt x="0" y="2533612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533612"/>
                </a:lnTo>
                <a:close/>
              </a:path>
            </a:pathLst>
          </a:custGeom>
          <a:solidFill>
            <a:srgbClr val="345D7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7239000" y="4051367"/>
            <a:ext cx="4494224" cy="1804404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44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944"/>
              </a:spcBef>
            </a:pPr>
            <a:endParaRPr lang="en-IN" b="1" spc="-25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2700" marR="673735">
              <a:lnSpc>
                <a:spcPct val="115599"/>
              </a:lnSpc>
              <a:spcBef>
                <a:spcPts val="100"/>
              </a:spcBef>
            </a:pPr>
            <a:r>
              <a:rPr lang="en-IN" b="1" dirty="0">
                <a:latin typeface="Times New Roman"/>
                <a:cs typeface="Times New Roman"/>
              </a:rPr>
              <a:t>Rakshith AB</a:t>
            </a: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name3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–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lang="en-US" sz="20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member</a:t>
            </a:r>
            <a:r>
              <a:rPr lang="en-US" sz="2000" b="1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name4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Times New Roman"/>
                <a:cs typeface="Times New Roman"/>
              </a:rPr>
              <a:t>-</a:t>
            </a:r>
            <a:r>
              <a:rPr lang="en-US" sz="20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USN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3426" y="280299"/>
            <a:ext cx="10505167" cy="2314736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  <a:tabLst>
                <a:tab pos="3904615" algn="l"/>
              </a:tabLst>
            </a:pPr>
            <a:endParaRPr lang="en-IN"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endParaRPr lang="en-US" sz="3600" b="1" dirty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Times New Roman"/>
                <a:cs typeface="Times New Roman"/>
              </a:rPr>
              <a:t>SOFTWARE AND HARDWARE</a:t>
            </a:r>
            <a:endParaRPr lang="en-US"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99399" y="304800"/>
            <a:ext cx="9070655" cy="735634"/>
          </a:xfrm>
          <a:prstGeom prst="rect">
            <a:avLst/>
          </a:prstGeom>
        </p:spPr>
        <p:txBody>
          <a:bodyPr vert="horz" wrap="square" lIns="0" tIns="179880" rIns="0" bIns="0" rtlCol="0">
            <a:spAutoFit/>
          </a:bodyPr>
          <a:lstStyle/>
          <a:p>
            <a:pPr marL="1676400">
              <a:lnSpc>
                <a:spcPct val="100000"/>
              </a:lnSpc>
              <a:spcBef>
                <a:spcPts val="100"/>
              </a:spcBef>
            </a:pPr>
            <a:r>
              <a:rPr lang="en-IN" sz="3600" dirty="0">
                <a:solidFill>
                  <a:srgbClr val="548BB7"/>
                </a:solidFill>
                <a:latin typeface="Times New Roman"/>
                <a:cs typeface="Times New Roman"/>
              </a:rPr>
              <a:t>			Software</a:t>
            </a:r>
            <a:endParaRPr lang="en-IN" sz="3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000" y="1676400"/>
            <a:ext cx="10147935" cy="33983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Software refers to a collection of programs and instructions that tell a computer how to perform specific tasks. It acts as an interface between the user and the hardware, enabling the system to function effectively.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300" indent="-229235"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Software controls operations such as file management, process execution, and user interaction without having a physical form.</a:t>
            </a:r>
          </a:p>
          <a:p>
            <a:pPr marL="241300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  <a:p>
            <a:pPr marL="241300" indent="-229235">
              <a:buChar char="•"/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Examples of software include operating systems (Windows, Linux, macOS), application software like browsers and text editors, and system utilities that manage system performance and security</a:t>
            </a:r>
          </a:p>
          <a:p>
            <a:pPr marL="113665" indent="-229235">
              <a:buChar char="•"/>
            </a:pPr>
            <a:endParaRPr lang="en-US" sz="2000" dirty="0">
              <a:solidFill>
                <a:srgbClr val="252525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91603" rIns="0" bIns="0" rtlCol="0">
            <a:spAutoFit/>
          </a:bodyPr>
          <a:lstStyle/>
          <a:p>
            <a:pPr marL="3192145">
              <a:lnSpc>
                <a:spcPct val="100000"/>
              </a:lnSpc>
              <a:spcBef>
                <a:spcPts val="100"/>
              </a:spcBef>
            </a:pPr>
            <a:r>
              <a:rPr lang="en-IN" sz="4400" spc="-10" dirty="0">
                <a:solidFill>
                  <a:srgbClr val="548BB7"/>
                </a:solidFill>
                <a:latin typeface="Times New Roman"/>
                <a:cs typeface="Times New Roman"/>
              </a:rPr>
              <a:t>Hardware</a:t>
            </a:r>
            <a:endParaRPr sz="4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9151" y="1676400"/>
            <a:ext cx="10513695" cy="2142253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 typeface="Arial MT"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Hardware refers to the physical components of a computer system that can be seen and touched. These components provide the necessary infrastructure for computing operations.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Hardware performs tasks such as data processing, storage, input, and output based on instructions provided by software.</a:t>
            </a:r>
          </a:p>
          <a:p>
            <a:pPr marL="302260" marR="141605" lvl="1" indent="-229235">
              <a:lnSpc>
                <a:spcPct val="85100"/>
              </a:lnSpc>
              <a:spcBef>
                <a:spcPts val="2030"/>
              </a:spcBef>
              <a:buClr>
                <a:srgbClr val="000000"/>
              </a:buClr>
              <a:buFontTx/>
              <a:buChar char="•"/>
              <a:tabLst>
                <a:tab pos="302260" algn="l"/>
              </a:tabLst>
            </a:pPr>
            <a:r>
              <a:rPr lang="en-US" sz="2000" dirty="0">
                <a:solidFill>
                  <a:srgbClr val="252525"/>
                </a:solidFill>
                <a:latin typeface="Times New Roman"/>
                <a:cs typeface="Times New Roman"/>
              </a:rPr>
              <a:t>Examples of hardware include the CPU, RAM, hard disk or SSD, keyboard, mouse, monitor, and networking devices.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609</TotalTime>
  <Words>182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 MT</vt:lpstr>
      <vt:lpstr>Calibri</vt:lpstr>
      <vt:lpstr>Cambria</vt:lpstr>
      <vt:lpstr>Times New Roman</vt:lpstr>
      <vt:lpstr>Office Theme</vt:lpstr>
      <vt:lpstr>PowerPoint Presentation</vt:lpstr>
      <vt:lpstr>   Software</vt:lpstr>
      <vt:lpstr>Hardware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Presentation Template - Phase II.pptx</dc:title>
  <dc:creator>Rakshith</dc:creator>
  <cp:lastModifiedBy>Rakshit Ab</cp:lastModifiedBy>
  <cp:revision>38</cp:revision>
  <dcterms:created xsi:type="dcterms:W3CDTF">2025-10-22T14:46:34Z</dcterms:created>
  <dcterms:modified xsi:type="dcterms:W3CDTF">2026-02-13T10:03:21Z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2025-10-22T00:00:00Z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2025-10-22T00:00:00Z</vt:filetime>
  </property>
</Properties>
</file>